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2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61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1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49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2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7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9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54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19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24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9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Childcare Costs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An Interactive Discussion on Affordability &amp;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68644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Hosted by: </a:t>
            </a:r>
            <a:r>
              <a:rPr lang="en-US" dirty="0"/>
              <a:t>Hae Ji Chong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5D156-EEA1-5C00-E229-DDA585E8D081}"/>
              </a:ext>
            </a:extLst>
          </p:cNvPr>
          <p:cNvSpPr txBox="1"/>
          <p:nvPr/>
        </p:nvSpPr>
        <p:spPr>
          <a:xfrm>
            <a:off x="2286000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pic>
        <p:nvPicPr>
          <p:cNvPr id="1026" name="Picture 2" descr="Woman looking at bills while holding baby">
            <a:extLst>
              <a:ext uri="{FF2B5EF4-FFF2-40B4-BE49-F238E27FC236}">
                <a16:creationId xmlns:a16="http://schemas.microsoft.com/office/drawing/2014/main" id="{AF2DBF1F-85AE-3CAB-F6A9-C585DE508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24" y="2734190"/>
            <a:ext cx="5303520" cy="298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Childcare Costs by 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Infant care averages up to $430/week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Preschool is lower, but still burdensome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Cost varies widely across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Cost Extremes Across the U.S.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0497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Top 5 vs Bottom 5 Counties for Infant Childcare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7D26F-6542-4627-6F32-630DE0339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31" y="1877778"/>
            <a:ext cx="5702593" cy="3587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D8291-E791-A631-C1B5-67D97850B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365" y="1928908"/>
            <a:ext cx="5626389" cy="3676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Real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"That’s more than my rent" – Emma,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"We drive 40 minutes to save money" – Malik, Tennessee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defRPr sz="3200" b="1"/>
            </a:pPr>
            <a:r>
              <a:rPr lang="en-US"/>
              <a:t>Do Higher Wages Mean Higher Costs?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684" y="2015734"/>
            <a:ext cx="3121916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/>
              <a:t>A look at the disconnect between income and childcare prices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669C7-E518-2112-907A-2F8950E2E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030" y="2764452"/>
            <a:ext cx="4453142" cy="2337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Let's Hear From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How much do you pay for childcare?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What sacrifices do you make to afford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→ Use the poll link or chat to share your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Ask your questions in the chat or unmute to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Visit ChildCareAware.org or local advocacy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Share your story with your representative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Let’s work toward affordable childcare for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12636</TotalTime>
  <Words>182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PowerPoint Presentation</vt:lpstr>
      <vt:lpstr>PowerPoint Presentation</vt:lpstr>
      <vt:lpstr>`</vt:lpstr>
      <vt:lpstr>PowerPoint Presentation</vt:lpstr>
      <vt:lpstr>`</vt:lpstr>
      <vt:lpstr>Do Higher Wages Mean Higher Costs?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H.J. Chong</dc:creator>
  <cp:keywords/>
  <dc:description>generated using python-pptx</dc:description>
  <cp:lastModifiedBy>H.J. Chong</cp:lastModifiedBy>
  <cp:revision>4</cp:revision>
  <dcterms:created xsi:type="dcterms:W3CDTF">2013-01-27T09:14:16Z</dcterms:created>
  <dcterms:modified xsi:type="dcterms:W3CDTF">2025-08-09T16:50:04Z</dcterms:modified>
  <cp:category/>
</cp:coreProperties>
</file>